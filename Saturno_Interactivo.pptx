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slide" Target="slide2.xml"/><Relationship Id="rId3" Type="http://schemas.openxmlformats.org/officeDocument/2006/relationships/slide" Target="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slide" Target="slide3.xml"/><Relationship Id="rId3" Type="http://schemas.openxmlformats.org/officeDocument/2006/relationships/slide" Target="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slide" Target="slide4.xml"/><Relationship Id="rId3" Type="http://schemas.openxmlformats.org/officeDocument/2006/relationships/slide" Target="slide2.xml"/><Relationship Id="rId4" Type="http://schemas.openxmlformats.org/officeDocument/2006/relationships/slide" Target="slide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slide" Target="slide5.xml"/><Relationship Id="rId3" Type="http://schemas.openxmlformats.org/officeDocument/2006/relationships/slide" Target="slide3.xml"/><Relationship Id="rId4" Type="http://schemas.openxmlformats.org/officeDocument/2006/relationships/slide" Target="slide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slide" Target="slide6.xml"/><Relationship Id="rId3" Type="http://schemas.openxmlformats.org/officeDocument/2006/relationships/slide" Target="slide4.xml"/><Relationship Id="rId4" Type="http://schemas.openxmlformats.org/officeDocument/2006/relationships/slide" Target="slide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slide" Target="slide7.xml"/><Relationship Id="rId3" Type="http://schemas.openxmlformats.org/officeDocument/2006/relationships/slide" Target="slide5.xml"/><Relationship Id="rId4" Type="http://schemas.openxmlformats.org/officeDocument/2006/relationships/slide" Target="slide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slide" Target="slide6.xml"/><Relationship Id="rId3" Type="http://schemas.openxmlformats.org/officeDocument/2006/relationships/slide" Target="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Saturno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Presentación interactiva. Usa los botones para navegar.</a:t>
            </a:r>
          </a:p>
        </p:txBody>
      </p:sp>
      <p:sp>
        <p:nvSpPr>
          <p:cNvPr id="4" name="Rectangle 3">
            <a:hlinkClick action="ppaction://hlinksldjump" r:id="rId2"/>
          </p:cNvPr>
          <p:cNvSpPr/>
          <p:nvPr/>
        </p:nvSpPr>
        <p:spPr>
          <a:xfrm>
            <a:off x="7315200" y="4572000"/>
            <a:ext cx="1097280" cy="4572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Siguiente</a:t>
            </a:r>
          </a:p>
        </p:txBody>
      </p:sp>
      <p:sp>
        <p:nvSpPr>
          <p:cNvPr id="5" name="Rectangle 4">
            <a:hlinkClick action="ppaction://hlinksldjump" r:id="rId3"/>
          </p:cNvPr>
          <p:cNvSpPr/>
          <p:nvPr/>
        </p:nvSpPr>
        <p:spPr>
          <a:xfrm>
            <a:off x="3657600" y="4572000"/>
            <a:ext cx="1097280" cy="4572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Inicio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¿Qué es Saturno?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Saturno es el sexto planeta del Sistema Solar y un gigante gaseoso.</a:t>
            </a:r>
          </a:p>
        </p:txBody>
      </p:sp>
      <p:sp>
        <p:nvSpPr>
          <p:cNvPr id="4" name="Rectangle 3">
            <a:hlinkClick action="ppaction://hlinksldjump" r:id="rId2"/>
          </p:cNvPr>
          <p:cNvSpPr/>
          <p:nvPr/>
        </p:nvSpPr>
        <p:spPr>
          <a:xfrm>
            <a:off x="7315200" y="4572000"/>
            <a:ext cx="1097280" cy="4572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Siguiente</a:t>
            </a:r>
          </a:p>
        </p:txBody>
      </p:sp>
      <p:sp>
        <p:nvSpPr>
          <p:cNvPr id="5" name="Rectangle 4">
            <a:hlinkClick action="ppaction://hlinksldjump" r:id="rId3"/>
          </p:cNvPr>
          <p:cNvSpPr/>
          <p:nvPr/>
        </p:nvSpPr>
        <p:spPr>
          <a:xfrm>
            <a:off x="274320" y="4572000"/>
            <a:ext cx="1097280" cy="4572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Anterior</a:t>
            </a:r>
          </a:p>
        </p:txBody>
      </p:sp>
      <p:sp>
        <p:nvSpPr>
          <p:cNvPr id="6" name="Rectangle 5">
            <a:hlinkClick action="ppaction://hlinksldjump" r:id="rId3"/>
          </p:cNvPr>
          <p:cNvSpPr/>
          <p:nvPr/>
        </p:nvSpPr>
        <p:spPr>
          <a:xfrm>
            <a:off x="3657600" y="4572000"/>
            <a:ext cx="1097280" cy="4572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Inicio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Los Anillos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Sus anillos están formados principalmente por hielo y roca.</a:t>
            </a:r>
          </a:p>
        </p:txBody>
      </p:sp>
      <p:sp>
        <p:nvSpPr>
          <p:cNvPr id="4" name="Rectangle 3">
            <a:hlinkClick action="ppaction://hlinksldjump" r:id="rId2"/>
          </p:cNvPr>
          <p:cNvSpPr/>
          <p:nvPr/>
        </p:nvSpPr>
        <p:spPr>
          <a:xfrm>
            <a:off x="7315200" y="4572000"/>
            <a:ext cx="1097280" cy="4572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Siguiente</a:t>
            </a:r>
          </a:p>
        </p:txBody>
      </p:sp>
      <p:sp>
        <p:nvSpPr>
          <p:cNvPr id="5" name="Rectangle 4">
            <a:hlinkClick action="ppaction://hlinksldjump" r:id="rId3"/>
          </p:cNvPr>
          <p:cNvSpPr/>
          <p:nvPr/>
        </p:nvSpPr>
        <p:spPr>
          <a:xfrm>
            <a:off x="274320" y="4572000"/>
            <a:ext cx="1097280" cy="4572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Anterior</a:t>
            </a:r>
          </a:p>
        </p:txBody>
      </p:sp>
      <p:sp>
        <p:nvSpPr>
          <p:cNvPr id="6" name="Rectangle 5">
            <a:hlinkClick action="ppaction://hlinksldjump" r:id="rId4"/>
          </p:cNvPr>
          <p:cNvSpPr/>
          <p:nvPr/>
        </p:nvSpPr>
        <p:spPr>
          <a:xfrm>
            <a:off x="3657600" y="4572000"/>
            <a:ext cx="1097280" cy="4572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Inicio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Lunas de Saturno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Tiene más de 100 lunas conocidas. Titán es la más famosa.</a:t>
            </a:r>
          </a:p>
        </p:txBody>
      </p:sp>
      <p:sp>
        <p:nvSpPr>
          <p:cNvPr id="4" name="Rectangle 3">
            <a:hlinkClick action="ppaction://hlinksldjump" r:id="rId2"/>
          </p:cNvPr>
          <p:cNvSpPr/>
          <p:nvPr/>
        </p:nvSpPr>
        <p:spPr>
          <a:xfrm>
            <a:off x="7315200" y="4572000"/>
            <a:ext cx="1097280" cy="4572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Siguiente</a:t>
            </a:r>
          </a:p>
        </p:txBody>
      </p:sp>
      <p:sp>
        <p:nvSpPr>
          <p:cNvPr id="5" name="Rectangle 4">
            <a:hlinkClick action="ppaction://hlinksldjump" r:id="rId3"/>
          </p:cNvPr>
          <p:cNvSpPr/>
          <p:nvPr/>
        </p:nvSpPr>
        <p:spPr>
          <a:xfrm>
            <a:off x="274320" y="4572000"/>
            <a:ext cx="1097280" cy="4572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Anterior</a:t>
            </a:r>
          </a:p>
        </p:txBody>
      </p:sp>
      <p:sp>
        <p:nvSpPr>
          <p:cNvPr id="6" name="Rectangle 5">
            <a:hlinkClick action="ppaction://hlinksldjump" r:id="rId4"/>
          </p:cNvPr>
          <p:cNvSpPr/>
          <p:nvPr/>
        </p:nvSpPr>
        <p:spPr>
          <a:xfrm>
            <a:off x="3657600" y="4572000"/>
            <a:ext cx="1097280" cy="4572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Inicio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Datos Curiosos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Un día en Saturno dura unas 10,7 horas.</a:t>
            </a:r>
          </a:p>
        </p:txBody>
      </p:sp>
      <p:sp>
        <p:nvSpPr>
          <p:cNvPr id="4" name="Rectangle 3">
            <a:hlinkClick action="ppaction://hlinksldjump" r:id="rId2"/>
          </p:cNvPr>
          <p:cNvSpPr/>
          <p:nvPr/>
        </p:nvSpPr>
        <p:spPr>
          <a:xfrm>
            <a:off x="7315200" y="4572000"/>
            <a:ext cx="1097280" cy="4572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Siguiente</a:t>
            </a:r>
          </a:p>
        </p:txBody>
      </p:sp>
      <p:sp>
        <p:nvSpPr>
          <p:cNvPr id="5" name="Rectangle 4">
            <a:hlinkClick action="ppaction://hlinksldjump" r:id="rId3"/>
          </p:cNvPr>
          <p:cNvSpPr/>
          <p:nvPr/>
        </p:nvSpPr>
        <p:spPr>
          <a:xfrm>
            <a:off x="274320" y="4572000"/>
            <a:ext cx="1097280" cy="4572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Anterior</a:t>
            </a:r>
          </a:p>
        </p:txBody>
      </p:sp>
      <p:sp>
        <p:nvSpPr>
          <p:cNvPr id="6" name="Rectangle 5">
            <a:hlinkClick action="ppaction://hlinksldjump" r:id="rId4"/>
          </p:cNvPr>
          <p:cNvSpPr/>
          <p:nvPr/>
        </p:nvSpPr>
        <p:spPr>
          <a:xfrm>
            <a:off x="3657600" y="4572000"/>
            <a:ext cx="1097280" cy="4572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Inicio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Exploración Espacial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La misión Cassini estudió Saturno durante años.</a:t>
            </a:r>
          </a:p>
        </p:txBody>
      </p:sp>
      <p:sp>
        <p:nvSpPr>
          <p:cNvPr id="4" name="Rectangle 3">
            <a:hlinkClick action="ppaction://hlinksldjump" r:id="rId2"/>
          </p:cNvPr>
          <p:cNvSpPr/>
          <p:nvPr/>
        </p:nvSpPr>
        <p:spPr>
          <a:xfrm>
            <a:off x="7315200" y="4572000"/>
            <a:ext cx="1097280" cy="4572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Siguiente</a:t>
            </a:r>
          </a:p>
        </p:txBody>
      </p:sp>
      <p:sp>
        <p:nvSpPr>
          <p:cNvPr id="5" name="Rectangle 4">
            <a:hlinkClick action="ppaction://hlinksldjump" r:id="rId3"/>
          </p:cNvPr>
          <p:cNvSpPr/>
          <p:nvPr/>
        </p:nvSpPr>
        <p:spPr>
          <a:xfrm>
            <a:off x="274320" y="4572000"/>
            <a:ext cx="1097280" cy="4572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Anterior</a:t>
            </a:r>
          </a:p>
        </p:txBody>
      </p:sp>
      <p:sp>
        <p:nvSpPr>
          <p:cNvPr id="6" name="Rectangle 5">
            <a:hlinkClick action="ppaction://hlinksldjump" r:id="rId4"/>
          </p:cNvPr>
          <p:cNvSpPr/>
          <p:nvPr/>
        </p:nvSpPr>
        <p:spPr>
          <a:xfrm>
            <a:off x="3657600" y="4572000"/>
            <a:ext cx="1097280" cy="4572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Inicio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Resumen Final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Saturno es uno de los planetas más impresionantes del Sistema Solar.</a:t>
            </a:r>
          </a:p>
        </p:txBody>
      </p:sp>
      <p:sp>
        <p:nvSpPr>
          <p:cNvPr id="4" name="Rectangle 3">
            <a:hlinkClick action="ppaction://hlinksldjump" r:id="rId2"/>
          </p:cNvPr>
          <p:cNvSpPr/>
          <p:nvPr/>
        </p:nvSpPr>
        <p:spPr>
          <a:xfrm>
            <a:off x="274320" y="4572000"/>
            <a:ext cx="1097280" cy="4572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Anterior</a:t>
            </a:r>
          </a:p>
        </p:txBody>
      </p:sp>
      <p:sp>
        <p:nvSpPr>
          <p:cNvPr id="5" name="Rectangle 4">
            <a:hlinkClick action="ppaction://hlinksldjump" r:id="rId3"/>
          </p:cNvPr>
          <p:cNvSpPr/>
          <p:nvPr/>
        </p:nvSpPr>
        <p:spPr>
          <a:xfrm>
            <a:off x="3657600" y="4572000"/>
            <a:ext cx="1097280" cy="4572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Inicio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